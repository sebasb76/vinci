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Física I - Semana 2: Cinemática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Movimiento en una y dos dimensiones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Movimiento rectilíneo uniforme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 velocidad es constante: x = x0 + v·t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Movimiento parabólico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 proyectil combina MRU en el eje x y caída libre en el eje y.</a:t>
            </a:r>
          </a:p>
          <a:p>
            <a:r>
              <a:t>El alcance máximo se logra con un ángulo de 45°.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ESPOL</dc:creator>
  <cp:keywords/>
  <dc:description>generated using python-pptx</dc:description>
  <cp:lastModifiedBy>ESPOL</cp:lastModifiedBy>
  <cp:revision>1</cp:revision>
  <dcterms:created xsi:type="dcterms:W3CDTF">2026-09-01T00:00:00Z</dcterms:created>
  <dcterms:modified xsi:type="dcterms:W3CDTF">2026-09-01T00:00:00Z</dcterms:modified>
  <cp:category/>
</cp:coreProperties>
</file>